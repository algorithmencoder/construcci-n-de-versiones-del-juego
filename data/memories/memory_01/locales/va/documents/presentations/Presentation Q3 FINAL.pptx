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Revisió executiva Q3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Resum del rendiment trimestral.</a:t>
            </a:r>
          </a:p>
          <a:p>
            <a:pPr>
              <a:defRPr sz="2200"/>
            </a:pPr>
            <a:r>
              <a:t>Preparat per a la distribució de gestió.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Resultats financers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Revisió del rendiment del pressupost.</a:t>
            </a:r>
          </a:p>
          <a:p>
            <a:pPr>
              <a:defRPr sz="2200"/>
            </a:pPr>
            <a:r>
              <a:t>S'identifiquen petites desviacions.</a:t>
            </a:r>
          </a:p>
          <a:p>
            <a:pPr>
              <a:defRPr sz="2200"/>
            </a:pPr>
            <a:r>
              <a:t>Accions correctores implementades.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Millores operatives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Millora dels procediments de gestió documental.</a:t>
            </a:r>
          </a:p>
          <a:p>
            <a:pPr>
              <a:defRPr sz="2200"/>
            </a:pPr>
            <a:r>
              <a:t>Fluxos de treball interns actualitzats.</a:t>
            </a:r>
          </a:p>
          <a:p>
            <a:pPr>
              <a:defRPr sz="2200"/>
            </a:pPr>
            <a:r>
              <a:t>L'organització de l'arxiu progressa.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Actualització de l'organització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Nova estructura implantada.</a:t>
            </a:r>
          </a:p>
          <a:p>
            <a:pPr>
              <a:defRPr sz="2200"/>
            </a:pPr>
            <a:r>
              <a:t>Responsabilitats redistribuïdes.</a:t>
            </a:r>
          </a:p>
          <a:p>
            <a:pPr>
              <a:defRPr sz="2200"/>
            </a:pPr>
            <a:r>
              <a:t>Transició completada.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Següents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Continuar el projecte d'arxiu digital.</a:t>
            </a:r>
          </a:p>
          <a:p>
            <a:pPr>
              <a:defRPr sz="2200"/>
            </a:pPr>
            <a:r>
              <a:t>Completa les actualitzacions restants de la documentació.</a:t>
            </a:r>
          </a:p>
          <a:p>
            <a:pPr>
              <a:defRPr sz="2200"/>
            </a:pPr>
            <a:r>
              <a:t>Revisar millores futures.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