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Resum executiu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Trimestre finalitzat segons objectius estratègics.</a:t>
            </a:r>
          </a:p>
          <a:p>
            <a:pPr>
              <a:defRPr sz="2200"/>
            </a:pPr>
            <a:r>
              <a:t>Millores operatives implementades amb èxit.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Rendiment financer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Objectius pressupostaris assolits.</a:t>
            </a:r>
          </a:p>
          <a:p>
            <a:pPr>
              <a:defRPr sz="2200"/>
            </a:pPr>
            <a:r>
              <a:t>L'assignació de recursos s'ajusta quan sigui necessari.</a:t>
            </a:r>
          </a:p>
          <a:p>
            <a:pPr>
              <a:defRPr sz="2200"/>
            </a:pPr>
            <a:r>
              <a:t>Planificació futura aprovada.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Millores de processos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Procediments documentals actualitzats.</a:t>
            </a:r>
          </a:p>
          <a:p>
            <a:pPr>
              <a:defRPr sz="2200"/>
            </a:pPr>
            <a:r>
              <a:t>S'han millorat els fluxos de treball interns.</a:t>
            </a:r>
          </a:p>
          <a:p>
            <a:pPr>
              <a:defRPr sz="2200"/>
            </a:pPr>
            <a:r>
              <a:t>La digitalització de l'arxiu avança.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organitzativa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Model d'organització actual establert.</a:t>
            </a:r>
          </a:p>
          <a:p>
            <a:pPr>
              <a:defRPr sz="2200"/>
            </a:pPr>
            <a:r>
              <a:t>S'han aclarit les responsabilitats del departament.</a:t>
            </a:r>
          </a:p>
          <a:p>
            <a:pPr>
              <a:defRPr sz="2200"/>
            </a:pPr>
            <a:r>
              <a:t>Documentació històrica conservada per separat.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Accions 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Transició completa a l'arxiu.</a:t>
            </a:r>
          </a:p>
          <a:p>
            <a:pPr>
              <a:defRPr sz="2200"/>
            </a:pPr>
            <a:r>
              <a:t>Mantenir els estàndards de documentació.</a:t>
            </a:r>
          </a:p>
          <a:p>
            <a:pPr>
              <a:defRPr sz="2200"/>
            </a:pPr>
            <a:r>
              <a:t>Continuar amb les millores operatives.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Aquesta presentació representa la versió de comunicació de gestió aprovada.</a:t>
            </a:r>
          </a:p>
          <a:p>
            <a:pPr>
              <a:defRPr sz="2200"/>
            </a:pPr>
            <a:r>
              <a:t>Els esborranys anteriors han de romandre arxivats.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