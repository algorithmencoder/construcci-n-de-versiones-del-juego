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Revisió trimestral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Presentació de la gestió interna.</a:t>
            </a:r>
          </a:p>
          <a:p>
            <a:pPr>
              <a:defRPr sz="2200"/>
            </a:pPr>
            <a:r>
              <a:t>Preparat per a la revisió operativa trimestral.</a:t>
            </a:r>
          </a:p>
          <a:p>
            <a:pPr>
              <a:defRPr sz="2200"/>
            </a:pPr>
            <a:r>
              <a:t>Versió esborrany - no aprovada per a la distribució.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Rendiment financer.</a:t>
            </a:r>
          </a:p>
          <a:p>
            <a:pPr>
              <a:defRPr sz="2200"/>
            </a:pPr>
            <a:r>
              <a:t>Canvis operatius.</a:t>
            </a:r>
          </a:p>
          <a:p>
            <a:pPr>
              <a:defRPr sz="2200"/>
            </a:pPr>
            <a:r>
              <a:t>Arxiu de l'estat del projecte.</a:t>
            </a:r>
          </a:p>
          <a:p>
            <a:pPr>
              <a:defRPr sz="2200"/>
            </a:pPr>
            <a:r>
              <a:t>Revisió de l'organització.</a:t>
            </a:r>
          </a:p>
          <a:p>
            <a:pPr>
              <a:defRPr sz="2200"/>
            </a:pPr>
            <a:r>
              <a:t>Problemes de documentació pendents.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 general financera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El rendiment global del pressupost es manté dins dels límits previstos.</a:t>
            </a:r>
          </a:p>
          <a:p>
            <a:pPr>
              <a:defRPr sz="2200"/>
            </a:pPr>
            <a:r>
              <a:t>Algunes àrees operatives van superar les estimacions inicials.</a:t>
            </a:r>
          </a:p>
          <a:p>
            <a:pPr>
              <a:defRPr sz="2200"/>
            </a:pPr>
            <a:r>
              <a:t>Els costos relacionats amb l'arxiu van augmentar a causa dels requisits addicionals de revisió.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 Arxiu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El procés de digitalització ha començat amb èxit.</a:t>
            </a:r>
          </a:p>
          <a:p>
            <a:pPr>
              <a:defRPr sz="2200"/>
            </a:pPr>
            <a:r>
              <a:t>La documentació històrica requereix una classificació addicional.</a:t>
            </a:r>
          </a:p>
          <a:p>
            <a:pPr>
              <a:defRPr sz="2200"/>
            </a:pPr>
            <a:r>
              <a:t>Diversos registres no coincideixen amb les estructures organitzatives actuals.</a:t>
            </a:r>
          </a:p>
          <a:p>
            <a:pPr>
              <a:defRPr sz="2200"/>
            </a:pPr>
            <a:r>
              <a:t>Es recomana una revisió addicional abans de prendre decisions d'eliminació.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Canvis d'organització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S'han actualitzat les responsabilitats del departament.</a:t>
            </a:r>
          </a:p>
          <a:p>
            <a:pPr>
              <a:defRPr sz="2200"/>
            </a:pPr>
            <a:r>
              <a:t>Les estructures anteriors romanen disponibles a la documentació arxivada.</a:t>
            </a:r>
          </a:p>
          <a:p>
            <a:pPr>
              <a:defRPr sz="2200"/>
            </a:pPr>
            <a:r>
              <a:t>Cal preservar les referències històriques.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Preguntes obertes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Diferències de registre d'empleats.</a:t>
            </a:r>
          </a:p>
          <a:p>
            <a:pPr>
              <a:defRPr sz="2200"/>
            </a:pPr>
            <a:r>
              <a:t>Referències del departament històric.</a:t>
            </a:r>
          </a:p>
          <a:p>
            <a:pPr>
              <a:defRPr sz="2200"/>
            </a:pPr>
            <a:r>
              <a:t>Material d'arxiu no classificat.</a:t>
            </a:r>
          </a:p>
          <a:p>
            <a:pPr>
              <a:defRPr sz="2200"/>
            </a:pPr>
            <a:r>
              <a:t>Decisions de gestió pendents.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