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Revisió empresarial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Versió actualitzada després dels comentaris de la direcció.</a:t>
            </a:r>
          </a:p>
          <a:p>
            <a:pPr>
              <a:defRPr sz="2200"/>
            </a:pPr>
            <a:r>
              <a:t>Èmfasi ajustat als assoliments operatius.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 general financera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Trimestre completat amb èxit.</a:t>
            </a:r>
          </a:p>
          <a:p>
            <a:pPr>
              <a:defRPr sz="2200"/>
            </a:pPr>
            <a:r>
              <a:t>El projecte d'arxiu requeria recursos addicionals.</a:t>
            </a:r>
          </a:p>
          <a:p>
            <a:pPr>
              <a:defRPr sz="2200"/>
            </a:pPr>
            <a:r>
              <a:t>Inversió addicional aprovada.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Progrés de l'arxiu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Continua la revisió de la documentació històrica.</a:t>
            </a:r>
          </a:p>
          <a:p>
            <a:pPr>
              <a:defRPr sz="2200"/>
            </a:pPr>
            <a:r>
              <a:t>Millora de la classificació dels documents.</a:t>
            </a:r>
          </a:p>
          <a:p>
            <a:pPr>
              <a:defRPr sz="2200"/>
            </a:pPr>
            <a:r>
              <a:t>Reducció de l'arxiu físic ajornat.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Actualització de Recursos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S'ha completat la revisió de la documentació dels empleats.</a:t>
            </a:r>
          </a:p>
          <a:p>
            <a:pPr>
              <a:defRPr sz="2200"/>
            </a:pPr>
            <a:r>
              <a:t>Registre actualitzat després de canvis organitzatius.</a:t>
            </a:r>
          </a:p>
          <a:p>
            <a:pPr>
              <a:defRPr sz="2200"/>
            </a:pPr>
            <a:r>
              <a:t>Registres històrics conservats.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de gestió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Eviteu presentar problemes de documentació històrica no resolts.</a:t>
            </a:r>
          </a:p>
          <a:p>
            <a:pPr>
              <a:defRPr sz="2200"/>
            </a:pPr>
            <a:r>
              <a:t>Centrar la comunicació en les accions realitzades.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