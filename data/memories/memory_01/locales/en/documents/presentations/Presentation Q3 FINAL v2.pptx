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Updated version following management feedback.</a:t>
            </a:r>
          </a:p>
          <a:p>
            <a:pPr>
              <a:defRPr sz="2200"/>
            </a:pPr>
            <a:r>
              <a:t>Adjusted emphasis on operational achievements.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Quarter completed successfully.</a:t>
            </a:r>
          </a:p>
          <a:p>
            <a:pPr>
              <a:defRPr sz="2200"/>
            </a:pPr>
            <a:r>
              <a:t>Archive project required additional resources.</a:t>
            </a:r>
          </a:p>
          <a:p>
            <a:pPr>
              <a:defRPr sz="2200"/>
            </a:pPr>
            <a:r>
              <a:t>Additional investment approved.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Archive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Historical documentation review continues.</a:t>
            </a:r>
          </a:p>
          <a:p>
            <a:pPr>
              <a:defRPr sz="2200"/>
            </a:pPr>
            <a:r>
              <a:t>Document classification improving.</a:t>
            </a:r>
          </a:p>
          <a:p>
            <a:pPr>
              <a:defRPr sz="2200"/>
            </a:pPr>
            <a:r>
              <a:t>Physical archive reduction postponed.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Resources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Employee documentation review completed.</a:t>
            </a:r>
          </a:p>
          <a:p>
            <a:pPr>
              <a:defRPr sz="2200"/>
            </a:pPr>
            <a:r>
              <a:t>Registry updated following organisational changes.</a:t>
            </a:r>
          </a:p>
          <a:p>
            <a:pPr>
              <a:defRPr sz="2200"/>
            </a:pPr>
            <a:r>
              <a:t>Historical records preserved.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Avoid presenting unresolved historical documentation issues.</a:t>
            </a:r>
          </a:p>
          <a:p>
            <a:pPr>
              <a:defRPr sz="2200"/>
            </a:pPr>
            <a:r>
              <a:t>Focus communication on completed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