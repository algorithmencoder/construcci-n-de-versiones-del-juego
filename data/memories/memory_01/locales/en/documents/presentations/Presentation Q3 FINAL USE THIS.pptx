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Quarter completed according to strategic objectives.</a:t>
            </a:r>
          </a:p>
          <a:p>
            <a:pPr>
              <a:defRPr sz="2200"/>
            </a:pPr>
            <a:r>
              <a:t>Operational improvements successfully implemented.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Budget objectives achieved.</a:t>
            </a:r>
          </a:p>
          <a:p>
            <a:pPr>
              <a:defRPr sz="2200"/>
            </a:pPr>
            <a:r>
              <a:t>Resource allocation adjusted where necessary.</a:t>
            </a:r>
          </a:p>
          <a:p>
            <a:pPr>
              <a:defRPr sz="2200"/>
            </a:pPr>
            <a:r>
              <a:t>Future planning approved.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Document procedures updated.</a:t>
            </a:r>
          </a:p>
          <a:p>
            <a:pPr>
              <a:defRPr sz="2200"/>
            </a:pPr>
            <a:r>
              <a:t>Internal workflows improved.</a:t>
            </a:r>
          </a:p>
          <a:p>
            <a:pPr>
              <a:defRPr sz="2200"/>
            </a:pPr>
            <a:r>
              <a:t>Archive digitisation progressing.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Organisational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Current organisation model established.</a:t>
            </a:r>
          </a:p>
          <a:p>
            <a:pPr>
              <a:defRPr sz="2200"/>
            </a:pPr>
            <a:r>
              <a:t>Department responsibilities clarified.</a:t>
            </a:r>
          </a:p>
          <a:p>
            <a:pPr>
              <a:defRPr sz="2200"/>
            </a:pPr>
            <a:r>
              <a:t>Historical documentation maintained separately.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 archive transition.</a:t>
            </a:r>
          </a:p>
          <a:p>
            <a:pPr>
              <a:defRPr sz="2200"/>
            </a:pPr>
            <a:r>
              <a:t>Maintain documentation standards.</a:t>
            </a:r>
          </a:p>
          <a:p>
            <a:pPr>
              <a:defRPr sz="2200"/>
            </a:pPr>
            <a:r>
              <a:t>Continue operational improvements.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presentation represents the approved management communication version.</a:t>
            </a:r>
          </a:p>
          <a:p>
            <a:pPr>
              <a:defRPr sz="2200"/>
            </a:pPr>
            <a:r>
              <a:t>Previous drafts must remain archived.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