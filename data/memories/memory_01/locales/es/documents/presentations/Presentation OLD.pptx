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Revisión trimestral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Presentación de gestión interna.</a:t>
            </a:r>
          </a:p>
          <a:p>
            <a:pPr>
              <a:defRPr sz="2200"/>
            </a:pPr>
            <a:r>
              <a:t>Preparado para revisión operativa trimestral.</a:t>
            </a:r>
          </a:p>
          <a:p>
            <a:pPr>
              <a:defRPr sz="2200"/>
            </a:pPr>
            <a:r>
              <a:t>Versión borrador: no aprobada para distribución.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Orden del día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Desempeño financiero.</a:t>
            </a:r>
          </a:p>
          <a:p>
            <a:pPr>
              <a:defRPr sz="2200"/>
            </a:pPr>
            <a:r>
              <a:t>Cambios operativos.</a:t>
            </a:r>
          </a:p>
          <a:p>
            <a:pPr>
              <a:defRPr sz="2200"/>
            </a:pPr>
            <a:r>
              <a:t>Archivar el estado del proyecto.</a:t>
            </a:r>
          </a:p>
          <a:p>
            <a:pPr>
              <a:defRPr sz="2200"/>
            </a:pPr>
            <a:r>
              <a:t>Revisión de la organización.</a:t>
            </a:r>
          </a:p>
          <a:p>
            <a:pPr>
              <a:defRPr sz="2200"/>
            </a:pPr>
            <a:r>
              <a:t>Temas de documentación pendientes.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financiero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La ejecución general del presupuesto se mantiene dentro de los límites esperados.</a:t>
            </a:r>
          </a:p>
          <a:p>
            <a:pPr>
              <a:defRPr sz="2200"/>
            </a:pPr>
            <a:r>
              <a:t>Algunas áreas operativas superaron las estimaciones iniciales.</a:t>
            </a:r>
          </a:p>
          <a:p>
            <a:pPr>
              <a:defRPr sz="2200"/>
            </a:pPr>
            <a:r>
              <a:t>Los costos relacionados con los archivos aumentaron debido a requisitos de revisión adicionales.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Proyecto de archivo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El proceso de digitalización comenzó con éxito.</a:t>
            </a:r>
          </a:p>
          <a:p>
            <a:pPr>
              <a:defRPr sz="2200"/>
            </a:pPr>
            <a:r>
              <a:t>La documentación histórica requiere una clasificación adicional.</a:t>
            </a:r>
          </a:p>
          <a:p>
            <a:pPr>
              <a:defRPr sz="2200"/>
            </a:pPr>
            <a:r>
              <a:t>Varios registros no coinciden con las estructuras organizativas actuales.</a:t>
            </a:r>
          </a:p>
          <a:p>
            <a:pPr>
              <a:defRPr sz="2200"/>
            </a:pPr>
            <a:r>
              <a:t>Se recomienda una revisión adicional antes de tomar decisiones sobre su eliminación.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Cambios de organización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 han actualizado las responsabilidades del departamento.</a:t>
            </a:r>
          </a:p>
          <a:p>
            <a:pPr>
              <a:defRPr sz="2200"/>
            </a:pPr>
            <a:r>
              <a:t>Las estructuras anteriores permanecen disponibles en la documentación archivada.</a:t>
            </a:r>
          </a:p>
          <a:p>
            <a:pPr>
              <a:defRPr sz="2200"/>
            </a:pPr>
            <a:r>
              <a:t>Deben preservarse las referencias históricas.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Preguntas abiertas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Diferencias en el registro de empleados.</a:t>
            </a:r>
          </a:p>
          <a:p>
            <a:pPr>
              <a:defRPr sz="2200"/>
            </a:pPr>
            <a:r>
              <a:t>Referencias históricas del departamento.</a:t>
            </a:r>
          </a:p>
          <a:p>
            <a:pPr>
              <a:defRPr sz="2200"/>
            </a:pPr>
            <a:r>
              <a:t>Material de archivo no clasificado.</a:t>
            </a:r>
          </a:p>
          <a:p>
            <a:pPr>
              <a:defRPr sz="2200"/>
            </a:pPr>
            <a:r>
              <a:t>Decisiones de gestión pendientes.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