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Revisión comercial del tercer trimestre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Versión actualizada siguiendo los comentarios de la administración.</a:t>
            </a:r>
          </a:p>
          <a:p>
            <a:pPr>
              <a:defRPr sz="2200"/>
            </a:pPr>
            <a:r>
              <a:t>Énfasis ajustado en los logros operativos.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financiero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Trimestre completado con éxito.</a:t>
            </a:r>
          </a:p>
          <a:p>
            <a:pPr>
              <a:defRPr sz="2200"/>
            </a:pPr>
            <a:r>
              <a:t>El proyecto de archivo requirió recursos adicionales.</a:t>
            </a:r>
          </a:p>
          <a:p>
            <a:pPr>
              <a:defRPr sz="2200"/>
            </a:pPr>
            <a:r>
              <a:t>Inversión adicional aprobada.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Progreso del archivo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Continúa la revisión de la documentación histórica.</a:t>
            </a:r>
          </a:p>
          <a:p>
            <a:pPr>
              <a:defRPr sz="2200"/>
            </a:pPr>
            <a:r>
              <a:t>Mejora de la clasificación de documentos.</a:t>
            </a:r>
          </a:p>
          <a:p>
            <a:pPr>
              <a:defRPr sz="2200"/>
            </a:pPr>
            <a:r>
              <a:t>Se pospone la reducción del archivo físico.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Actualización de Recursos Humanos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Revisión de la documentación del empleado completada.</a:t>
            </a:r>
          </a:p>
          <a:p>
            <a:pPr>
              <a:defRPr sz="2200"/>
            </a:pPr>
            <a:r>
              <a:t>Registro actualizado tras cambios organizativos.</a:t>
            </a:r>
          </a:p>
          <a:p>
            <a:pPr>
              <a:defRPr sz="2200"/>
            </a:pPr>
            <a:r>
              <a:t>Registros históricos preservados.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Notas de gestión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Evite presentar cuestiones de documentación histórica no resueltas.</a:t>
            </a:r>
          </a:p>
          <a:p>
            <a:pPr>
              <a:defRPr sz="2200"/>
            </a:pPr>
            <a:r>
              <a:t>Centrar la comunicación en las acciones completadas.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