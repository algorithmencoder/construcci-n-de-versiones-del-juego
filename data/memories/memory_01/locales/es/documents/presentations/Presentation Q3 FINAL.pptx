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Revisión ejecutiva del tercer trimestre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Resumen del desempeño trimestral.</a:t>
            </a:r>
          </a:p>
          <a:p>
            <a:pPr>
              <a:defRPr sz="2200"/>
            </a:pPr>
            <a:r>
              <a:t>Preparado para distribución gerencial.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Resultados Financieros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Se revisa el desempeño del presupuesto.</a:t>
            </a:r>
          </a:p>
          <a:p>
            <a:pPr>
              <a:defRPr sz="2200"/>
            </a:pPr>
            <a:r>
              <a:t>Desviaciones menores identificadas.</a:t>
            </a:r>
          </a:p>
          <a:p>
            <a:pPr>
              <a:defRPr sz="2200"/>
            </a:pPr>
            <a:r>
              <a:t>Acciones correctivas implementadas.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Mejoras operativas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Mejora de los procedimientos de gestión documental.</a:t>
            </a:r>
          </a:p>
          <a:p>
            <a:pPr>
              <a:defRPr sz="2200"/>
            </a:pPr>
            <a:r>
              <a:t>Flujos de trabajo internos actualizados.</a:t>
            </a:r>
          </a:p>
          <a:p>
            <a:pPr>
              <a:defRPr sz="2200"/>
            </a:pPr>
            <a:r>
              <a:t>La organización del archivo avanza.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Actualización de la organización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Nueva estructura implementada.</a:t>
            </a:r>
          </a:p>
          <a:p>
            <a:pPr>
              <a:defRPr sz="2200"/>
            </a:pPr>
            <a:r>
              <a:t>Responsabilidades redistribuidas.</a:t>
            </a:r>
          </a:p>
          <a:p>
            <a:pPr>
              <a:defRPr sz="2200"/>
            </a:pPr>
            <a:r>
              <a:t>Transición completada.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Continuar proyecto de archivo digital.</a:t>
            </a:r>
          </a:p>
          <a:p>
            <a:pPr>
              <a:defRPr sz="2200"/>
            </a:pPr>
            <a:r>
              <a:t>Complete las actualizaciones de la documentación restante.</a:t>
            </a:r>
          </a:p>
          <a:p>
            <a:pPr>
              <a:defRPr sz="2200"/>
            </a:pPr>
            <a:r>
              <a:t>Revisar futuras mejoras.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