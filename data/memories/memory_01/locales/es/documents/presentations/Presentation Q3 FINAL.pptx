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Executive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Summary of quarterly performance.</a:t>
            </a:r>
          </a:p>
          <a:p>
            <a:pPr>
              <a:defRPr sz="2200"/>
            </a:pPr>
            <a:r>
              <a:t>Prepared for management distribution.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Budget performance reviewed.</a:t>
            </a:r>
          </a:p>
          <a:p>
            <a:pPr>
              <a:defRPr sz="2200"/>
            </a:pPr>
            <a:r>
              <a:t>Minor deviations identified.</a:t>
            </a:r>
          </a:p>
          <a:p>
            <a:pPr>
              <a:defRPr sz="2200"/>
            </a:pPr>
            <a:r>
              <a:t>Corrective actions implemented.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Improved document management procedures.</a:t>
            </a:r>
          </a:p>
          <a:p>
            <a:pPr>
              <a:defRPr sz="2200"/>
            </a:pPr>
            <a:r>
              <a:t>Updated internal workflows.</a:t>
            </a:r>
          </a:p>
          <a:p>
            <a:pPr>
              <a:defRPr sz="2200"/>
            </a:pPr>
            <a:r>
              <a:t>Archive organisation progressing.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New structure implemented.</a:t>
            </a:r>
          </a:p>
          <a:p>
            <a:pPr>
              <a:defRPr sz="2200"/>
            </a:pPr>
            <a:r>
              <a:t>Responsibilities redistributed.</a:t>
            </a:r>
          </a:p>
          <a:p>
            <a:pPr>
              <a:defRPr sz="2200"/>
            </a:pPr>
            <a:r>
              <a:t>Transition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Continue digital archive project.</a:t>
            </a:r>
          </a:p>
          <a:p>
            <a:pPr>
              <a:defRPr sz="2200"/>
            </a:pPr>
            <a:r>
              <a:t>Complete remaining documentation updates.</a:t>
            </a:r>
          </a:p>
          <a:p>
            <a:pPr>
              <a:defRPr sz="2200"/>
            </a:pPr>
            <a:r>
              <a:t>Review future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