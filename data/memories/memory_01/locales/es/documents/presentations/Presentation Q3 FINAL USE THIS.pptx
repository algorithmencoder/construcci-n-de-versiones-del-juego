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 del tercer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Trimestre cumplido según objetivos estratégicos.</a:t>
            </a:r>
          </a:p>
          <a:p>
            <a:pPr>
              <a:defRPr sz="2200"/>
            </a:pPr>
            <a:r>
              <a:t>Mejoras operativas implementadas con éxito.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Desempeño financiero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Objetivos presupuestarios alcanzados.</a:t>
            </a:r>
          </a:p>
          <a:p>
            <a:pPr>
              <a:defRPr sz="2200"/>
            </a:pPr>
            <a:r>
              <a:t>Asignación de recursos ajustada cuando sea necesario.</a:t>
            </a:r>
          </a:p>
          <a:p>
            <a:pPr>
              <a:defRPr sz="2200"/>
            </a:pPr>
            <a:r>
              <a:t>Planificación futura aprobada.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Mejoras de procesos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Procedimientos documentales actualizados.</a:t>
            </a:r>
          </a:p>
          <a:p>
            <a:pPr>
              <a:defRPr sz="2200"/>
            </a:pPr>
            <a:r>
              <a:t>Se mejoraron los flujos de trabajo internos.</a:t>
            </a:r>
          </a:p>
          <a:p>
            <a:pPr>
              <a:defRPr sz="2200"/>
            </a:pPr>
            <a:r>
              <a:t>La digitalización de archivos avanza.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organizacional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Modelo de organización actual establecido.</a:t>
            </a:r>
          </a:p>
          <a:p>
            <a:pPr>
              <a:defRPr sz="2200"/>
            </a:pPr>
            <a:r>
              <a:t>Se aclararon las responsabilidades del departamento.</a:t>
            </a:r>
          </a:p>
          <a:p>
            <a:pPr>
              <a:defRPr sz="2200"/>
            </a:pPr>
            <a:r>
              <a:t>Documentación histórica mantenida por separado.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Acciones futuras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Transición completa del archivo.</a:t>
            </a:r>
          </a:p>
          <a:p>
            <a:pPr>
              <a:defRPr sz="2200"/>
            </a:pPr>
            <a:r>
              <a:t>Mantener los estándares de documentación.</a:t>
            </a:r>
          </a:p>
          <a:p>
            <a:pPr>
              <a:defRPr sz="2200"/>
            </a:pPr>
            <a:r>
              <a:t>Continuar con las mejoras operativas.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Esta presentación representa la versión aprobada de comunicación de gestión.</a:t>
            </a:r>
          </a:p>
          <a:p>
            <a:pPr>
              <a:defRPr sz="2200"/>
            </a:pPr>
            <a:r>
              <a:t>Los borradores anteriores deben permanecer archivados.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