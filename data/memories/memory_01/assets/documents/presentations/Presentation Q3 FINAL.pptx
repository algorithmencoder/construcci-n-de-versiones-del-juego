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Q3 Final Presentation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914400"/>
            <a:ext cx="7498079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/>
            </a:pPr>
            <a:r>
              <a:t>[Unsupported block: slide]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914400"/>
            <a:ext cx="7498079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/>
            </a:pPr>
            <a:r>
              <a:t>[Unsupported block: slide]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914400"/>
            <a:ext cx="7498079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/>
            </a:pPr>
            <a:r>
              <a:t>[Unsupported block: slide]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914400"/>
            <a:ext cx="7498079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/>
            </a:pPr>
            <a:r>
              <a:t>[Unsupported block: slide]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914400"/>
            <a:ext cx="7498079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/>
            </a:pPr>
            <a:r>
              <a:t>[Unsupported block: slide]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