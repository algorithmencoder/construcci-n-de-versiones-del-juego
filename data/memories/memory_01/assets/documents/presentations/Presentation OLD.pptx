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Internal management presentation.</a:t>
            </a:r>
          </a:p>
          <a:p>
            <a:pPr>
              <a:defRPr sz="2200"/>
            </a:pPr>
            <a:r>
              <a:t>Prepared for quarterly operational review.</a:t>
            </a:r>
          </a:p>
          <a:p>
            <a:pPr>
              <a:defRPr sz="2200"/>
            </a:pPr>
            <a:r>
              <a:t>Draft version - not approved for distribution.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Financial performance.</a:t>
            </a:r>
          </a:p>
          <a:p>
            <a:pPr>
              <a:defRPr sz="2200"/>
            </a:pPr>
            <a:r>
              <a:t>Operational changes.</a:t>
            </a:r>
          </a:p>
          <a:p>
            <a:pPr>
              <a:defRPr sz="2200"/>
            </a:pPr>
            <a:r>
              <a:t>Archive project status.</a:t>
            </a:r>
          </a:p>
          <a:p>
            <a:pPr>
              <a:defRPr sz="2200"/>
            </a:pPr>
            <a:r>
              <a:t>Organisation review.</a:t>
            </a:r>
          </a:p>
          <a:p>
            <a:pPr>
              <a:defRPr sz="2200"/>
            </a:pPr>
            <a:r>
              <a:t>Pending documentation issues.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Overall budget performance remains within expected limits.</a:t>
            </a:r>
          </a:p>
          <a:p>
            <a:pPr>
              <a:defRPr sz="2200"/>
            </a:pPr>
            <a:r>
              <a:t>Some operational areas exceeded initial estimates.</a:t>
            </a:r>
          </a:p>
          <a:p>
            <a:pPr>
              <a:defRPr sz="2200"/>
            </a:pPr>
            <a:r>
              <a:t>Archive-related costs increased due to additional review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Archive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Digitisation process started successfully.</a:t>
            </a:r>
          </a:p>
          <a:p>
            <a:pPr>
              <a:defRPr sz="2200"/>
            </a:pPr>
            <a:r>
              <a:t>Historical documentation requires additional classification.</a:t>
            </a:r>
          </a:p>
          <a:p>
            <a:pPr>
              <a:defRPr sz="2200"/>
            </a:pPr>
            <a:r>
              <a:t>Several records do not match current organisational structures.</a:t>
            </a:r>
          </a:p>
          <a:p>
            <a:pPr>
              <a:defRPr sz="2200"/>
            </a:pPr>
            <a:r>
              <a:t>Further review recommended before disposal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Organisation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Department responsibilities have been updated.</a:t>
            </a:r>
          </a:p>
          <a:p>
            <a:pPr>
              <a:defRPr sz="2200"/>
            </a:pPr>
            <a:r>
              <a:t>Previous structures remain available in archived documentation.</a:t>
            </a:r>
          </a:p>
          <a:p>
            <a:pPr>
              <a:defRPr sz="2200"/>
            </a:pPr>
            <a:r>
              <a:t>Historical references should be preserved.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Employee registry differences.</a:t>
            </a:r>
          </a:p>
          <a:p>
            <a:pPr>
              <a:defRPr sz="2200"/>
            </a:pPr>
            <a:r>
              <a:t>Historical department references.</a:t>
            </a:r>
          </a:p>
          <a:p>
            <a:pPr>
              <a:defRPr sz="2200"/>
            </a:pPr>
            <a:r>
              <a:t>Unclassified archive material.</a:t>
            </a:r>
          </a:p>
          <a:p>
            <a:pPr>
              <a:defRPr sz="2200"/>
            </a:pPr>
            <a:r>
              <a:t>Pending management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