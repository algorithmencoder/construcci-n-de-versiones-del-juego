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Quarterly Review Presentation 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498079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[Unsupported block: slide]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498079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[Unsupported block: slide]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7498079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[Unsupported block: slide]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7498079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[Unsupported block: slide]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914400"/>
            <a:ext cx="7498079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[Unsupported block: slide]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14400"/>
            <a:ext cx="7498079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[Unsupported block: slide]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